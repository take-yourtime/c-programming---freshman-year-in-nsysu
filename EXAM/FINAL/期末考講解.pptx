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73" r:id="rId1"/>
  </p:sldMasterIdLst>
  <p:notesMasterIdLst>
    <p:notesMasterId r:id="rId18"/>
  </p:notesMasterIdLst>
  <p:sldIdLst>
    <p:sldId id="334" r:id="rId2"/>
    <p:sldId id="465" r:id="rId3"/>
    <p:sldId id="466" r:id="rId4"/>
    <p:sldId id="464" r:id="rId5"/>
    <p:sldId id="472" r:id="rId6"/>
    <p:sldId id="467" r:id="rId7"/>
    <p:sldId id="468" r:id="rId8"/>
    <p:sldId id="469" r:id="rId9"/>
    <p:sldId id="470" r:id="rId10"/>
    <p:sldId id="471" r:id="rId11"/>
    <p:sldId id="473" r:id="rId12"/>
    <p:sldId id="475" r:id="rId13"/>
    <p:sldId id="476" r:id="rId14"/>
    <p:sldId id="477" r:id="rId15"/>
    <p:sldId id="478" r:id="rId16"/>
    <p:sldId id="479" r:id="rId1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微軟正黑體" panose="020B0604030504040204" pitchFamily="34" charset="-12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C104"/>
    <a:srgbClr val="CE5E34"/>
    <a:srgbClr val="0000FF"/>
    <a:srgbClr val="FFFFFF"/>
    <a:srgbClr val="FFC000"/>
    <a:srgbClr val="D16138"/>
    <a:srgbClr val="CE5123"/>
    <a:srgbClr val="ECC1B1"/>
    <a:srgbClr val="A147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428933-9A99-4FC0-911A-C2346B7B68BD}">
  <a:tblStyle styleId="{40428933-9A99-4FC0-911A-C2346B7B68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525" autoAdjust="0"/>
    <p:restoredTop sz="85680" autoAdjust="0"/>
  </p:normalViewPr>
  <p:slideViewPr>
    <p:cSldViewPr snapToGrid="0">
      <p:cViewPr varScale="1">
        <p:scale>
          <a:sx n="81" d="100"/>
          <a:sy n="81" d="100"/>
        </p:scale>
        <p:origin x="36" y="2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63555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77654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3393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652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4094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04277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3966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91476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562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4846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49739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4620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2819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4945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78841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9722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325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0843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018041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145061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73790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11934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117156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437476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255648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C372-E967-47A2-A4BF-E27F68D5FE4C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008741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4C372-E967-47A2-A4BF-E27F68D5FE4C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FCB06-194B-4C5C-BF46-ADEE862E6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27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19036" y="1691648"/>
            <a:ext cx="63946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>
                <a:schemeClr val="dk1"/>
              </a:buClr>
              <a:buSzPts val="4800"/>
              <a:defRPr/>
            </a:pPr>
            <a:r>
              <a:rPr lang="en-US" altLang="zh-TW" sz="40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C</a:t>
            </a:r>
            <a:r>
              <a:rPr lang="zh-TW" altLang="en-US" sz="40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語言程式設計</a:t>
            </a:r>
            <a:r>
              <a:rPr lang="en-US" altLang="zh-TW" sz="40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-</a:t>
            </a:r>
            <a:r>
              <a:rPr lang="zh-TW" altLang="en-US" sz="40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lang="en-US" altLang="zh-TW" sz="4000" b="1" dirty="0">
              <a:solidFill>
                <a:schemeClr val="tx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Livvic"/>
              <a:sym typeface="Livvic"/>
            </a:endParaRPr>
          </a:p>
        </p:txBody>
      </p:sp>
      <p:sp>
        <p:nvSpPr>
          <p:cNvPr id="6" name="Google Shape;127;p24"/>
          <p:cNvSpPr/>
          <p:nvPr/>
        </p:nvSpPr>
        <p:spPr>
          <a:xfrm rot="-5400000" flipH="1">
            <a:off x="5851873" y="1851374"/>
            <a:ext cx="5144267" cy="1439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08" y="4431286"/>
            <a:ext cx="642578" cy="44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769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494F025-CF37-5710-A3F4-9730870AD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81" y="1115195"/>
            <a:ext cx="4602138" cy="334155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C6DE02-CCD0-6BD7-5214-A8366973E80F}"/>
              </a:ext>
            </a:extLst>
          </p:cNvPr>
          <p:cNvSpPr txBox="1"/>
          <p:nvPr/>
        </p:nvSpPr>
        <p:spPr>
          <a:xfrm>
            <a:off x="5509549" y="1554865"/>
            <a:ext cx="3110147" cy="28931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BST</a:t>
            </a:r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的性質如左圖所示：</a:t>
            </a:r>
            <a:endParaRPr kumimoji="1"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左子樹的值小於父點</a:t>
            </a:r>
            <a:b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右子樹的值大於父點</a:t>
            </a:r>
            <a:endParaRPr kumimoji="1"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當第一個點的值是</a:t>
            </a:r>
            <a: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kumimoji="1"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插入的第二個點的值也是</a:t>
            </a:r>
            <a: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</a:t>
            </a:r>
            <a:endParaRPr kumimoji="1"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該怎麼處理？</a:t>
            </a:r>
            <a:endParaRPr kumimoji="1"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往左邊插→</a:t>
            </a:r>
            <a: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沒有小於</a:t>
            </a:r>
            <a: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，不合定義</a:t>
            </a:r>
            <a:b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往右邊插→</a:t>
            </a:r>
            <a: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沒有大於</a:t>
            </a:r>
            <a: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，不合定義</a:t>
            </a:r>
            <a:endParaRPr kumimoji="1"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當同個值出現第二次時就不插了</a:t>
            </a:r>
            <a:endParaRPr kumimoji="1" lang="en-US" altLang="zh-TW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kumimoji="1"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↓</a:t>
            </a:r>
            <a:endParaRPr kumimoji="1" lang="en-US" altLang="ja-JP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kumimoji="1" lang="en-US" altLang="ja-JP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BST</a:t>
            </a:r>
            <a:r>
              <a:rPr kumimoji="1"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內不會有重複值</a:t>
            </a:r>
            <a:endParaRPr kumimoji="1" lang="ja-JP" altLang="en-US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111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925E30B-002D-26F5-5B8E-663FB7A59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25" y="1385958"/>
            <a:ext cx="4751218" cy="246057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6378E37-B421-8499-24B3-91827FDE3E02}"/>
              </a:ext>
            </a:extLst>
          </p:cNvPr>
          <p:cNvSpPr txBox="1"/>
          <p:nvPr/>
        </p:nvSpPr>
        <p:spPr>
          <a:xfrm>
            <a:off x="5311587" y="1296404"/>
            <a:ext cx="3214959" cy="332398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每個小題最多扣到該小題</a:t>
            </a:r>
            <a:r>
              <a:rPr kumimoji="1"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kumimoji="1"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</a:t>
            </a:r>
            <a:endParaRPr kumimoji="1" lang="en-US" altLang="zh-TW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b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小題（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ja-JP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Double linked list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結構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基本結構錯誤（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-10%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2. 1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間不重複的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個整數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亂數範圍錯誤（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沒有避免數值重複的設計（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Insert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沒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malloc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-10%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　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可插入重複值（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433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6C07FBB-71BA-C761-91A6-F6E4CA865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49" y="931854"/>
            <a:ext cx="2610704" cy="172143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359A89E8-0647-9D49-82F6-05717AE60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75" y="2651878"/>
            <a:ext cx="3360512" cy="2394891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1B796634-381D-EB2D-B835-1A09F6349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144" y="1139244"/>
            <a:ext cx="4745376" cy="346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898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6378E37-B421-8499-24B3-91827FDE3E02}"/>
              </a:ext>
            </a:extLst>
          </p:cNvPr>
          <p:cNvSpPr txBox="1"/>
          <p:nvPr/>
        </p:nvSpPr>
        <p:spPr>
          <a:xfrm>
            <a:off x="5396427" y="1385033"/>
            <a:ext cx="3214959" cy="310854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小題（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40%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ja-JP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Double linked list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結構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基本結構錯誤（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-40%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Delete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沒有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leaf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case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沒有單子樹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case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b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沒有雙子樹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case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-15%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沒遞迴向下調整整棵樹（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-10%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Traversal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少一種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traversal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1A719FE-521B-3DC7-2E13-B574A9B58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54" y="1271866"/>
            <a:ext cx="4712580" cy="307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8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16CB803-29D9-8791-0474-4D48009AE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82" y="1439478"/>
            <a:ext cx="4281951" cy="280164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1E83E16-5528-7580-8AC2-713C7225F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153" y="1234912"/>
            <a:ext cx="4546442" cy="344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08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2A7C422-8C89-84DD-9526-1BD2B605F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84" y="808793"/>
            <a:ext cx="3281785" cy="427519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0695A2F-D18A-E069-DC21-71EBE802D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879" y="808793"/>
            <a:ext cx="3455969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12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0A36538-5CB5-02AE-2B85-E0A9B40EDDC6}"/>
              </a:ext>
            </a:extLst>
          </p:cNvPr>
          <p:cNvGrpSpPr/>
          <p:nvPr/>
        </p:nvGrpSpPr>
        <p:grpSpPr>
          <a:xfrm>
            <a:off x="528168" y="835547"/>
            <a:ext cx="4043832" cy="4239936"/>
            <a:chOff x="301925" y="964848"/>
            <a:chExt cx="4904598" cy="5142444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EC617081-0F45-3511-F67B-6357AED63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925" y="964848"/>
              <a:ext cx="4881033" cy="2194750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5C2790A-D003-1A02-892D-945BAE5EE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5490" y="3211441"/>
              <a:ext cx="4881033" cy="1230737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2DD47EE7-5F51-87D9-9A8D-7666FF08D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1647" y="4442178"/>
              <a:ext cx="4637172" cy="1665114"/>
            </a:xfrm>
            <a:prstGeom prst="rect">
              <a:avLst/>
            </a:prstGeom>
          </p:spPr>
        </p:pic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86FABA-52C1-8ED8-F6F1-17149820F144}"/>
              </a:ext>
            </a:extLst>
          </p:cNvPr>
          <p:cNvSpPr txBox="1"/>
          <p:nvPr/>
        </p:nvSpPr>
        <p:spPr>
          <a:xfrm>
            <a:off x="5113501" y="882681"/>
            <a:ext cx="3214959" cy="397031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小題（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50%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ja-JP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Enqueue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沒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malloc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-10%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　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沒用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stack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模擬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queue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-10%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　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Dequeue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沒用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stack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模擬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queue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-10%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　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PrintQueue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格式不符（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ClearQueue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沒清空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stack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kumimoji="1" lang="en-US" altLang="zh-TW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LevelOrder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沒用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queue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進行處理（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-15%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5642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D870435-77B0-B1C2-2A0D-DD52DAB9C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25" y="1432552"/>
            <a:ext cx="3456628" cy="28085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3990438-0C7A-A0E9-9F7B-330FC1018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477" y="861152"/>
            <a:ext cx="4500000" cy="395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46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8B1DCBD-CA03-09B4-E956-40D173697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11" y="887322"/>
            <a:ext cx="3334039" cy="405543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5CC54D0-5AD8-ACFF-0DBC-567880027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76336"/>
            <a:ext cx="3858425" cy="138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26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32C9488-31D2-6D03-9DDC-18125A959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78" y="1229434"/>
            <a:ext cx="4058002" cy="2918713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B7487520-810A-3C49-12CE-6572D44F9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36" y="683444"/>
            <a:ext cx="3508901" cy="43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7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1CF5EC8-434E-BC0B-650D-EB036E47E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61" y="1383071"/>
            <a:ext cx="4447569" cy="318158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986759B-E3A6-1897-5EDD-FE6C9E38B5CF}"/>
              </a:ext>
            </a:extLst>
          </p:cNvPr>
          <p:cNvSpPr txBox="1"/>
          <p:nvPr/>
        </p:nvSpPr>
        <p:spPr>
          <a:xfrm>
            <a:off x="2790938" y="931854"/>
            <a:ext cx="3728574" cy="3077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LevelOrder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需要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enqueue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dequeue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79B92AD-ABFF-E1DD-E34A-54A668D04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225" y="1477602"/>
            <a:ext cx="4488775" cy="299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91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81E67A2-5E56-EF05-6614-8494A4132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17" y="1410129"/>
            <a:ext cx="5509665" cy="232324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61431DC-840F-2A30-C82D-EA481E1E8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212" y="1027366"/>
            <a:ext cx="3989530" cy="351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67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06418A9-9B47-6201-D7FF-FCA79C27C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93" y="1025589"/>
            <a:ext cx="3291257" cy="211736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F02B4FC-8A99-EFE9-D650-760D13FE9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276" y="1025589"/>
            <a:ext cx="5250521" cy="3338226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2BF44F-4866-64C0-189A-ED89DFD365C4}"/>
              </a:ext>
            </a:extLst>
          </p:cNvPr>
          <p:cNvSpPr txBox="1"/>
          <p:nvPr/>
        </p:nvSpPr>
        <p:spPr>
          <a:xfrm>
            <a:off x="853876" y="3373028"/>
            <a:ext cx="2209048" cy="138499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ja-JP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＊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Exit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沒連續跳出兩個選單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就結束程式（</a:t>
            </a:r>
            <a:r>
              <a:rPr kumimoji="1"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-5%</a:t>
            </a:r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　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endParaRPr kumimoji="1"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1191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316CE97-9E36-4C1D-638C-D3F3E08A4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25" y="1047810"/>
            <a:ext cx="3698007" cy="339180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27D4E44-42E3-9EEA-1815-4BF8C89AF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0415" y="1047810"/>
            <a:ext cx="5170587" cy="356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5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301925" y="209429"/>
            <a:ext cx="6419056" cy="5129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3589338" algn="l"/>
              </a:tabLst>
              <a:defRPr/>
            </a:pPr>
            <a:r>
              <a:rPr lang="zh-TW" altLang="en-US" sz="3200" b="1" dirty="0">
                <a:solidFill>
                  <a:schemeClr val="tx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ivvic"/>
                <a:sym typeface="Livvic"/>
              </a:rPr>
              <a:t>期末考講解</a:t>
            </a:r>
            <a:endParaRPr kumimoji="0" lang="en-US" altLang="zh-TW" sz="3200" b="1" i="0" u="none" strike="noStrike" kern="1200" cap="all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  <a:sym typeface="Arial"/>
            </a:endParaRPr>
          </a:p>
        </p:txBody>
      </p:sp>
      <p:sp>
        <p:nvSpPr>
          <p:cNvPr id="25" name="Google Shape;387;p42"/>
          <p:cNvSpPr/>
          <p:nvPr/>
        </p:nvSpPr>
        <p:spPr>
          <a:xfrm>
            <a:off x="5996198" y="0"/>
            <a:ext cx="3147802" cy="60646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DDA7CA7-E999-B07C-F02B-4A7E59C36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09" y="849397"/>
            <a:ext cx="5563082" cy="40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40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7690</TotalTime>
  <Words>413</Words>
  <Application>Microsoft Office PowerPoint</Application>
  <PresentationFormat>画面に合わせる (16:9)</PresentationFormat>
  <Paragraphs>76</Paragraphs>
  <Slides>16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Calibri</vt:lpstr>
      <vt:lpstr>微軟正黑體</vt:lpstr>
      <vt:lpstr>Arial</vt:lpstr>
      <vt:lpstr>Office 佈景主題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PROJECT PROPOSAL</dc:title>
  <dc:creator>IPL</dc:creator>
  <cp:lastModifiedBy>Rinya Meow</cp:lastModifiedBy>
  <cp:revision>299</cp:revision>
  <dcterms:modified xsi:type="dcterms:W3CDTF">2022-12-17T21:59:09Z</dcterms:modified>
</cp:coreProperties>
</file>